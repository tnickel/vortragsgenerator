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3" d="100"/>
          <a:sy n="133" d="100"/>
        </p:scale>
        <p:origin x="401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90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914400"/>
            <a:ext cx="164592" cy="16459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5394960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1280160"/>
            <a:ext cx="182880" cy="182880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5" name="Shape 3"/>
          <p:cNvSpPr/>
          <p:nvPr/>
        </p:nvSpPr>
        <p:spPr>
          <a:xfrm>
            <a:off x="10424160" y="5669280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291840"/>
            <a:ext cx="128016" cy="128016"/>
          </a:xfrm>
          <a:prstGeom prst="ellipse">
            <a:avLst/>
          </a:prstGeom>
          <a:solidFill>
            <a:srgbClr val="8E92F0"/>
          </a:solidFill>
          <a:ln/>
        </p:spPr>
      </p:sp>
      <p:sp>
        <p:nvSpPr>
          <p:cNvPr id="7" name="Shape 5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5B5FE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058400" y="4114800"/>
            <a:ext cx="4572000" cy="4572000"/>
          </a:xfrm>
          <a:prstGeom prst="ellipse">
            <a:avLst/>
          </a:prstGeom>
          <a:solidFill>
            <a:srgbClr val="5B5FE0">
              <a:alpha val="18000"/>
            </a:srgbClr>
          </a:solidFill>
          <a:ln/>
        </p:spPr>
      </p:sp>
      <p:pic>
        <p:nvPicPr>
          <p:cNvPr id="9" name="Image 0" descr="D:\AntiGravitySoftware\GitWorkspace\VortragAntigravity\vortrag\build\images\mascot_hel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234440"/>
            <a:ext cx="3566160" cy="390448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22960" y="123444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MINI-WORKSHOP · 20 MIN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7724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Antigravity</a:t>
            </a:r>
            <a:endParaRPr lang="en-US" sz="7200" dirty="0"/>
          </a:p>
        </p:txBody>
      </p:sp>
      <p:sp>
        <p:nvSpPr>
          <p:cNvPr id="13" name="Text 10"/>
          <p:cNvSpPr/>
          <p:nvPr/>
        </p:nvSpPr>
        <p:spPr>
          <a:xfrm>
            <a:off x="804672" y="3063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00D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Dein digitaler Mitarbeiter,</a:t>
            </a:r>
            <a:endParaRPr lang="en-US" sz="24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8E92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einfach macht – ganz ohne Programmieren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2960" y="4572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Überblick für Kreative – mit echten Beispielen aus dem Alltag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5715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E9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Nickel  ·  www.tnickel-ki.de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EINSTIEG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ist Antigravity eigentlich?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mascot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783080"/>
            <a:ext cx="3566160" cy="37307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2057400"/>
            <a:ext cx="6949440" cy="914400"/>
          </a:xfrm>
          <a:prstGeom prst="roundRect">
            <a:avLst>
              <a:gd name="adj" fmla="val 16000"/>
            </a:avLst>
          </a:prstGeom>
          <a:solidFill>
            <a:srgbClr val="5B5FE0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214884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 dir einen superschnellen, fleißigen Praktikanten vor, der direkt an deinem Rechner sitzt.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25512" y="2560320"/>
            <a:ext cx="274320" cy="27432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329184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3291840"/>
            <a:ext cx="118872" cy="2468880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11" name="Shape 8"/>
          <p:cNvSpPr/>
          <p:nvPr/>
        </p:nvSpPr>
        <p:spPr>
          <a:xfrm>
            <a:off x="978408" y="3566160"/>
            <a:ext cx="713232" cy="713232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2" name="Text 9"/>
          <p:cNvSpPr/>
          <p:nvPr/>
        </p:nvSpPr>
        <p:spPr>
          <a:xfrm>
            <a:off x="978408" y="3566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💬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78408" y="43708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 sprichst normal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78408" y="47731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schreibst ihm in ganz normalen Sätzen, was du brauchst – wie eine WhatsApp an einen Kollegen.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279392" y="329184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79392" y="3291840"/>
            <a:ext cx="118872" cy="246888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3566160"/>
            <a:ext cx="713232" cy="7132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356616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572000" y="43708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macht die Arbeit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0" y="4773168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klickt, sucht, schreibt und ordnet selbstständig – auf deinem Computer, Schritt für Schritt.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FÜHLT ES SICH 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Kein Code – du sagst es einfach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so reden viele schon mit ihm: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286000"/>
            <a:ext cx="7406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441448"/>
            <a:ext cx="438912" cy="438912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4414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2860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„Räum mir meinen Download-Ordner nach Datum auf.“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3200400"/>
            <a:ext cx="7406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3355848"/>
            <a:ext cx="438912" cy="43891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3558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2004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„Mach aus diesen 30 Fotos eine schöne Übersicht.“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7406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70248"/>
            <a:ext cx="438912" cy="43891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702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1148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„Benenne alle Dateien einheitlich um.“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" y="5029200"/>
            <a:ext cx="7406640" cy="749808"/>
          </a:xfrm>
          <a:prstGeom prst="roundRect">
            <a:avLst>
              <a:gd name="adj" fmla="val 1951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184648"/>
            <a:ext cx="438912" cy="438912"/>
          </a:xfrm>
          <a:prstGeom prst="ellipse">
            <a:avLst/>
          </a:prstGeom>
          <a:solidFill>
            <a:srgbClr val="8E92F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18464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0292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„Finde heraus, warum mein Rechner so langsam ist.“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58200" y="2286000"/>
            <a:ext cx="3063240" cy="3493008"/>
          </a:xfrm>
          <a:prstGeom prst="roundRect">
            <a:avLst>
              <a:gd name="adj" fmla="val 4179"/>
            </a:avLst>
          </a:prstGeom>
          <a:solidFill>
            <a:srgbClr val="1E2152"/>
          </a:solidFill>
          <a:ln/>
        </p:spPr>
      </p:sp>
      <p:sp>
        <p:nvSpPr>
          <p:cNvPr id="23" name="Text 21"/>
          <p:cNvSpPr/>
          <p:nvPr/>
        </p:nvSpPr>
        <p:spPr>
          <a:xfrm>
            <a:off x="8732520" y="2514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0D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9326880" y="254203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 er liefert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732520" y="3337560"/>
            <a:ext cx="2606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Menüs.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Tastenkürzel.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kryptischen Befehle.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 sagen, was du willst.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6400800" cy="6400800"/>
          </a:xfrm>
          <a:prstGeom prst="ellipse">
            <a:avLst/>
          </a:prstGeom>
          <a:solidFill>
            <a:srgbClr val="5B5FE0">
              <a:alpha val="16000"/>
            </a:srgbClr>
          </a:solidFill>
          <a:ln/>
        </p:spPr>
      </p:sp>
      <p:pic>
        <p:nvPicPr>
          <p:cNvPr id="3" name="Image 0" descr="D:\AntiGravitySoftware\GitWorkspace\VortragAntigravity\vortrag\build\images\slow_p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2011680"/>
            <a:ext cx="402336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22960" y="1417320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FF7A6B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417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AHA-MOMENT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1031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 kann viel mehr</a:t>
            </a:r>
            <a:endParaRPr lang="en-US" sz="4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0D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als nur Dokumente!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42976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darf auch unter die Motorhaube deines Computers schauen –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freundlicher PC-Mechaniker.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 IHN EINFACH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Fragen, die du sonst dem Techniker stellst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pc_do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77440"/>
            <a:ext cx="356616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745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1874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„Warum ist mein Rechner so langsam?“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80560" y="18745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194560"/>
            <a:ext cx="548640" cy="5486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2" name="Text 9"/>
          <p:cNvSpPr/>
          <p:nvPr/>
        </p:nvSpPr>
        <p:spPr>
          <a:xfrm>
            <a:off x="470916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🎬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5394960" y="18745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„Schau mal nach, warum es ruckelt.“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2461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914400" y="3566160"/>
            <a:ext cx="548640" cy="548640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🖱️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„Warum bewegt sich die Maus so zackig?“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480560" y="32461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09160" y="3566160"/>
            <a:ext cx="548640" cy="548640"/>
          </a:xfrm>
          <a:prstGeom prst="ellipse">
            <a:avLst/>
          </a:prstGeom>
          <a:solidFill>
            <a:srgbClr val="8E92F0"/>
          </a:solidFill>
          <a:ln/>
        </p:spPr>
      </p:sp>
      <p:sp>
        <p:nvSpPr>
          <p:cNvPr id="20" name="Text 17"/>
          <p:cNvSpPr/>
          <p:nvPr/>
        </p:nvSpPr>
        <p:spPr>
          <a:xfrm>
            <a:off x="4709160" y="3566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💾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394960" y="32461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„Ist meine Festplatte noch in Ordnung?“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85800" y="46177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4" name="Text 21"/>
          <p:cNvSpPr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1600200" y="46177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„Habe ich genug Speicher im PC?“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80560" y="461772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709160" y="4937760"/>
            <a:ext cx="548640" cy="54864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28" name="Text 25"/>
          <p:cNvSpPr/>
          <p:nvPr/>
        </p:nvSpPr>
        <p:spPr>
          <a:xfrm>
            <a:off x="4709160" y="4937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5394960" y="461772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„Kannst du meinen PC schneller machen?“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1" name="Shape 28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32" name="Shape 29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33" name="Text 30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HINTER DEN KULISSEN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Wie kommt er an die Antwort?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rät nicht – er schaut wirklich nach. In drei einfachen Schritten: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7744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20240" y="2697480"/>
            <a:ext cx="1097280" cy="109728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8" name="Text 6"/>
          <p:cNvSpPr/>
          <p:nvPr/>
        </p:nvSpPr>
        <p:spPr>
          <a:xfrm>
            <a:off x="1920240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Zuhören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0584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versteht deine Frage in Alltagssprache – kein Fachchinesisch nötig.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5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480560" y="237744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715000" y="2697480"/>
            <a:ext cx="1097280" cy="109728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4" name="Text 12"/>
          <p:cNvSpPr/>
          <p:nvPr/>
        </p:nvSpPr>
        <p:spPr>
          <a:xfrm>
            <a:off x="5715000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475488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Nachschauen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0060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prüft Temperatur, Speicher, Programme und Festplatte deines PCs.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09560" y="36118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5F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275320" y="2377440"/>
            <a:ext cx="356616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09760" y="2697480"/>
            <a:ext cx="1097280" cy="1097280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0" name="Text 18"/>
          <p:cNvSpPr/>
          <p:nvPr/>
        </p:nvSpPr>
        <p:spPr>
          <a:xfrm>
            <a:off x="9509760" y="26974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8549640" y="3977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Erklären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595360" y="452628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sagt dir in einfachen Worten, was los ist – und räumt auf Wunsch gleich auf.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4" name="Shape 22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5" name="Shape 23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6" name="Text 24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2743200"/>
            <a:ext cx="6400800" cy="6400800"/>
          </a:xfrm>
          <a:prstGeom prst="ellipse">
            <a:avLst/>
          </a:prstGeom>
          <a:solidFill>
            <a:srgbClr val="5B5FE0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914400"/>
            <a:ext cx="182880" cy="18288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" name="Shape 2"/>
          <p:cNvSpPr/>
          <p:nvPr/>
        </p:nvSpPr>
        <p:spPr>
          <a:xfrm>
            <a:off x="11338560" y="5029200"/>
            <a:ext cx="164592" cy="16459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5" name="Shape 3"/>
          <p:cNvSpPr/>
          <p:nvPr/>
        </p:nvSpPr>
        <p:spPr>
          <a:xfrm>
            <a:off x="9966960" y="5852160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pic>
        <p:nvPicPr>
          <p:cNvPr id="6" name="Image 0" descr="D:\AntiGravitySoftware\GitWorkspace\VortragAntigravity\vortrag\build\images\paper_cha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828800"/>
            <a:ext cx="4206240" cy="3456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132588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00D4C8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325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PRAXIS-BEISPIEL ZUM ANFASSEN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0116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</a:t>
            </a:r>
            <a:r>
              <a:rPr lang="en-US" sz="5000" b="1" dirty="0">
                <a:solidFill>
                  <a:srgbClr val="00D4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Bewerbungs-Fabrik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22960" y="3840480"/>
            <a:ext cx="6583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fertiges kleines Projekt, das zeigt, wie Antigravity</a:t>
            </a:r>
            <a:endParaRPr lang="en-US" sz="19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echte, lästige Aufgabe komplett übernimmt.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03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Bewerbungen von Hand = Tage voller Fleißarbeit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118872" cy="23317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2240280"/>
            <a:ext cx="713232" cy="71323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78408" y="30449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Recherchieren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34472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Firma einzeln googeln: Was machen die? Was ist gerade wichtig?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79392" y="1965960"/>
            <a:ext cx="34290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9392" y="1965960"/>
            <a:ext cx="118872" cy="2331720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0" y="2240280"/>
            <a:ext cx="713232" cy="713232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✍️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572000" y="304495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Umschreiben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72000" y="3447288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Anschreiben und Lebenslauf für jede Firma neu anpassen – immer wieder.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872984" y="1965960"/>
            <a:ext cx="36118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872984" y="1965960"/>
            <a:ext cx="118872" cy="2331720"/>
          </a:xfrm>
          <a:prstGeom prst="rect">
            <a:avLst/>
          </a:prstGeom>
          <a:solidFill>
            <a:srgbClr val="8E92F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65592" y="2240280"/>
            <a:ext cx="713232" cy="713232"/>
          </a:xfrm>
          <a:prstGeom prst="ellipse">
            <a:avLst/>
          </a:prstGeom>
          <a:solidFill>
            <a:srgbClr val="8E92F0"/>
          </a:solidFill>
          <a:ln/>
        </p:spPr>
      </p:sp>
      <p:sp>
        <p:nvSpPr>
          <p:cNvPr id="20" name="Text 18"/>
          <p:cNvSpPr/>
          <p:nvPr/>
        </p:nvSpPr>
        <p:spPr>
          <a:xfrm>
            <a:off x="8165592" y="224028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😵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8165592" y="30449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Fehler-Falle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65592" y="34472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„Sehr geehrte Damen und Herren bei [Firma einfügen]“ – peinlich, aber passiert.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85800" y="4617720"/>
            <a:ext cx="10789920" cy="1143000"/>
          </a:xfrm>
          <a:prstGeom prst="roundRect">
            <a:avLst>
              <a:gd name="adj" fmla="val 11200"/>
            </a:avLst>
          </a:prstGeom>
          <a:solidFill>
            <a:srgbClr val="1E2152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617720"/>
            <a:ext cx="822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⏱️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1920240" y="4617720"/>
            <a:ext cx="9326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von Hand:  </a:t>
            </a:r>
            <a:r>
              <a:rPr lang="en-US" sz="22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viele Stunden Arbeit</a:t>
            </a:r>
            <a:r>
              <a:rPr lang="en-US" sz="180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und oft trotzdem zu allgemein.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7" name="Shape 25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8" name="Shape 26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03020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03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BAUPLAN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 Projekt besteht aus 4 Teilen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Ordner – jeder hat eine klare Aufgabe. So weiß Antigravity immer, wo was hingehört.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" y="23317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2331720"/>
            <a:ext cx="1325880" cy="1645920"/>
          </a:xfrm>
          <a:prstGeom prst="roundRect">
            <a:avLst>
              <a:gd name="adj" fmla="val 8276"/>
            </a:avLst>
          </a:prstGeom>
          <a:solidFill>
            <a:srgbClr val="5B5FE0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2331720"/>
            <a:ext cx="137160" cy="1645920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44144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685800" y="3291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194560" y="2532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Unterlagen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94560" y="30632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Zeugnisse, Lebenslauf &amp; ein Weblink – die Quellen über dich.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23317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331720"/>
            <a:ext cx="1325880" cy="1645920"/>
          </a:xfrm>
          <a:prstGeom prst="roundRect">
            <a:avLst>
              <a:gd name="adj" fmla="val 8276"/>
            </a:avLst>
          </a:prstGeom>
          <a:solidFill>
            <a:srgbClr val="00D4C8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0" y="2331720"/>
            <a:ext cx="137160" cy="16459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44144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5000" dirty="0"/>
          </a:p>
        </p:txBody>
      </p:sp>
      <p:sp>
        <p:nvSpPr>
          <p:cNvPr id="17" name="Text 15"/>
          <p:cNvSpPr/>
          <p:nvPr/>
        </p:nvSpPr>
        <p:spPr>
          <a:xfrm>
            <a:off x="6309360" y="3291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818120" y="25328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Masterprompt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818120" y="30632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Drehbuch, das alles steuert: Was soll passieren, in welcher Reihenfolge?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8580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4160520"/>
            <a:ext cx="1325880" cy="1645920"/>
          </a:xfrm>
          <a:prstGeom prst="roundRect">
            <a:avLst>
              <a:gd name="adj" fmla="val 8276"/>
            </a:avLst>
          </a:prstGeom>
          <a:solidFill>
            <a:srgbClr val="FF7A6B"/>
          </a:solidFill>
          <a:ln/>
        </p:spPr>
      </p:sp>
      <p:sp>
        <p:nvSpPr>
          <p:cNvPr id="22" name="Shape 20"/>
          <p:cNvSpPr/>
          <p:nvPr/>
        </p:nvSpPr>
        <p:spPr>
          <a:xfrm>
            <a:off x="1874520" y="4160520"/>
            <a:ext cx="137160" cy="164592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27024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5000" dirty="0"/>
          </a:p>
        </p:txBody>
      </p:sp>
      <p:sp>
        <p:nvSpPr>
          <p:cNvPr id="24" name="Text 22"/>
          <p:cNvSpPr/>
          <p:nvPr/>
        </p:nvSpPr>
        <p:spPr>
          <a:xfrm>
            <a:off x="685800" y="5120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2194560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Ergebnisse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2194560" y="4892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 landen die fertigen, maßgeschneiderten Bewerbungs-Pakete.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09360" y="4160520"/>
            <a:ext cx="539496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4160520"/>
            <a:ext cx="1325880" cy="1645920"/>
          </a:xfrm>
          <a:prstGeom prst="roundRect">
            <a:avLst>
              <a:gd name="adj" fmla="val 8276"/>
            </a:avLst>
          </a:prstGeom>
          <a:solidFill>
            <a:srgbClr val="8E92F0"/>
          </a:solidFill>
          <a:ln/>
        </p:spPr>
      </p:sp>
      <p:sp>
        <p:nvSpPr>
          <p:cNvPr id="29" name="Shape 27"/>
          <p:cNvSpPr/>
          <p:nvPr/>
        </p:nvSpPr>
        <p:spPr>
          <a:xfrm>
            <a:off x="7498080" y="4160520"/>
            <a:ext cx="137160" cy="1645920"/>
          </a:xfrm>
          <a:prstGeom prst="rect">
            <a:avLst/>
          </a:prstGeom>
          <a:solidFill>
            <a:srgbClr val="8E92F0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427024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5000" dirty="0"/>
          </a:p>
        </p:txBody>
      </p:sp>
      <p:sp>
        <p:nvSpPr>
          <p:cNvPr id="31" name="Text 29"/>
          <p:cNvSpPr/>
          <p:nvPr/>
        </p:nvSpPr>
        <p:spPr>
          <a:xfrm>
            <a:off x="6309360" y="51206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🧰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818120" y="436168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Skripte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818120" y="48920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Werkzeugkasten – kleine Helfer, die Antigravity selbst benutzt.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5" name="Shape 33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36" name="Shape 34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37" name="Text 35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564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 1 · DIE UNTERLAGEN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Zuerst informiert sich die KI über dich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research_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03120"/>
            <a:ext cx="3474720" cy="296265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7223760" cy="868680"/>
          </a:xfrm>
          <a:prstGeom prst="roundRect">
            <a:avLst>
              <a:gd name="adj" fmla="val 16842"/>
            </a:avLst>
          </a:prstGeom>
          <a:solidFill>
            <a:srgbClr val="5B5FE0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Bevor er ein Wort schreibt, liest er alles über dich – wie ein guter Bewerbungs-Coach.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99832" y="2286000"/>
            <a:ext cx="274320" cy="27432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2971800"/>
            <a:ext cx="7223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163824"/>
            <a:ext cx="484632" cy="484632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16382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📄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97180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Lebenslauf &amp; Zeugnisse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Liegen im Ordner „bewerbungsunterlagen“ – die Wahrheit über deine Erfahrung.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977640"/>
            <a:ext cx="7223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4169664"/>
            <a:ext cx="484632" cy="48463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16966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54480" y="397764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Weblink im Prompt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Link zu deiner Website ist eingebaut – die KI surft hin und lernt dich kennen.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4983480"/>
            <a:ext cx="72237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5175504"/>
            <a:ext cx="484632" cy="48463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5175504"/>
            <a:ext cx="48463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🧩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4983480"/>
            <a:ext cx="6217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volle Bild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beidem entsteht ein klares Profil: Wer bist du, was kannst du?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75204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752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 2 · DER MASTERPROMPT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Masterprompt – das Drehbuch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conduc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2057400"/>
            <a:ext cx="3657600" cy="299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7040880" cy="841248"/>
          </a:xfrm>
          <a:prstGeom prst="roundRect">
            <a:avLst>
              <a:gd name="adj" fmla="val 17391"/>
            </a:avLst>
          </a:prstGeom>
          <a:solidFill>
            <a:srgbClr val="00D4C8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einzige Textdatei sagt der KI, was sie tun soll – wie ein Dirigent das Orchester führt.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16952" y="2258568"/>
            <a:ext cx="274320" cy="27432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2926080"/>
            <a:ext cx="342900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85800" y="2926080"/>
            <a:ext cx="118872" cy="2697480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11" name="Shape 8"/>
          <p:cNvSpPr/>
          <p:nvPr/>
        </p:nvSpPr>
        <p:spPr>
          <a:xfrm>
            <a:off x="978408" y="3200400"/>
            <a:ext cx="713232" cy="713232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2" name="Text 9"/>
          <p:cNvSpPr/>
          <p:nvPr/>
        </p:nvSpPr>
        <p:spPr>
          <a:xfrm>
            <a:off x="978408" y="3200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978408" y="400507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Klare Aufträge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978408" y="4407408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„Finde 5 passende Firmen, recherchiere sie und schreibe für jede eine Bewerbung.“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279392" y="292608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79392" y="2926080"/>
            <a:ext cx="118872" cy="2697480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17" name="Shape 14"/>
          <p:cNvSpPr/>
          <p:nvPr/>
        </p:nvSpPr>
        <p:spPr>
          <a:xfrm>
            <a:off x="4572000" y="3200400"/>
            <a:ext cx="713232" cy="713232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0" y="320040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4572000" y="400507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Pflicht: Recherche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4572000" y="4407408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Prompt zwingt die KI, vorher die aktuellsten News jeder Firma zu lesen – kein Standardtext!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144268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1442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 2 · DER ABLAUF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arbeitet der Masterprompt – Schritt für Schritt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85800" y="283464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834640"/>
            <a:ext cx="1993392" cy="146304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3154680"/>
            <a:ext cx="822960" cy="82296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Profil lesen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95528" y="44622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Deine Unterlagen + Website verstehen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33472" y="33375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92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971800" y="283464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71800" y="2834640"/>
            <a:ext cx="1993392" cy="14630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4" name="Shape 12"/>
          <p:cNvSpPr/>
          <p:nvPr/>
        </p:nvSpPr>
        <p:spPr>
          <a:xfrm>
            <a:off x="3557016" y="3154680"/>
            <a:ext cx="822960" cy="82296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5" name="Text 13"/>
          <p:cNvSpPr/>
          <p:nvPr/>
        </p:nvSpPr>
        <p:spPr>
          <a:xfrm>
            <a:off x="3557016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063240" y="40690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Firmen finden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081528" y="44622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Passende Top-Arbeitgeber vorschlagen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9472" y="33375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92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5257800" y="283464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257800" y="2834640"/>
            <a:ext cx="1993392" cy="146304"/>
          </a:xfrm>
          <a:prstGeom prst="rect">
            <a:avLst/>
          </a:prstGeom>
          <a:solidFill>
            <a:srgbClr val="FF7A6B"/>
          </a:solidFill>
          <a:ln/>
        </p:spPr>
      </p:sp>
      <p:sp>
        <p:nvSpPr>
          <p:cNvPr id="21" name="Shape 19"/>
          <p:cNvSpPr/>
          <p:nvPr/>
        </p:nvSpPr>
        <p:spPr>
          <a:xfrm>
            <a:off x="5843016" y="3154680"/>
            <a:ext cx="822960" cy="822960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2" name="Text 20"/>
          <p:cNvSpPr/>
          <p:nvPr/>
        </p:nvSpPr>
        <p:spPr>
          <a:xfrm>
            <a:off x="5843016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🔎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349240" y="40690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Tief recherchieren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367528" y="44622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Aktuelle News &amp; Projekte jeder Firma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205472" y="33375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92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543800" y="283464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543800" y="2834640"/>
            <a:ext cx="1993392" cy="146304"/>
          </a:xfrm>
          <a:prstGeom prst="rect">
            <a:avLst/>
          </a:prstGeom>
          <a:solidFill>
            <a:srgbClr val="FFCB47"/>
          </a:solidFill>
          <a:ln/>
        </p:spPr>
      </p:sp>
      <p:sp>
        <p:nvSpPr>
          <p:cNvPr id="28" name="Shape 26"/>
          <p:cNvSpPr/>
          <p:nvPr/>
        </p:nvSpPr>
        <p:spPr>
          <a:xfrm>
            <a:off x="8129016" y="3154680"/>
            <a:ext cx="822960" cy="822960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9" name="Text 27"/>
          <p:cNvSpPr/>
          <p:nvPr/>
        </p:nvSpPr>
        <p:spPr>
          <a:xfrm>
            <a:off x="8129016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7635240" y="40690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Maßschneidern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7653528" y="44622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Anschreiben + Lebenslauf individuell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91472" y="3337560"/>
            <a:ext cx="384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92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➜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9829800" y="2834640"/>
            <a:ext cx="1993392" cy="2194560"/>
          </a:xfrm>
          <a:prstGeom prst="roundRect">
            <a:avLst>
              <a:gd name="adj" fmla="val 458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9829800" y="2834640"/>
            <a:ext cx="1993392" cy="146304"/>
          </a:xfrm>
          <a:prstGeom prst="rect">
            <a:avLst/>
          </a:prstGeom>
          <a:solidFill>
            <a:srgbClr val="8E92F0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15016" y="3154680"/>
            <a:ext cx="822960" cy="822960"/>
          </a:xfrm>
          <a:prstGeom prst="ellipse">
            <a:avLst/>
          </a:prstGeom>
          <a:solidFill>
            <a:srgbClr val="8E92F0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5016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921240" y="4069080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PDFs erzeugen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9939528" y="4462272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 Pakete sauber ablegen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" y="5349240"/>
            <a:ext cx="10789920" cy="640080"/>
          </a:xfrm>
          <a:prstGeom prst="roundRect">
            <a:avLst>
              <a:gd name="adj" fmla="val 20000"/>
            </a:avLst>
          </a:prstGeom>
          <a:solidFill>
            <a:srgbClr val="FFF8EE"/>
          </a:solidFill>
          <a:ln w="19050">
            <a:solidFill>
              <a:srgbClr val="5B5FE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868680" y="53492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Beste:  </a:t>
            </a:r>
            <a:r>
              <a:rPr lang="en-US" sz="150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das macht Antigravity selbstständig – du startest nur den Auftrag.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42" name="Shape 40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43" name="Shape 41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44" name="Text 42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564892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5648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 3 · DIE ERGEBNISSE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am Ende herauskommt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results_tr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2011680"/>
            <a:ext cx="3291840" cy="2907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920240"/>
            <a:ext cx="4572000" cy="3794760"/>
          </a:xfrm>
          <a:prstGeom prst="roundRect">
            <a:avLst>
              <a:gd name="adj" fmla="val 2892"/>
            </a:avLst>
          </a:prstGeom>
          <a:solidFill>
            <a:srgbClr val="1E2152"/>
          </a:solidFill>
          <a:ln/>
        </p:spPr>
      </p:sp>
      <p:sp>
        <p:nvSpPr>
          <p:cNvPr id="7" name="Text 4"/>
          <p:cNvSpPr/>
          <p:nvPr/>
        </p:nvSpPr>
        <p:spPr>
          <a:xfrm>
            <a:off x="960120" y="2148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📁 Initiativbewerbungen_Aktuell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Siemens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234440" y="3108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Helsing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3444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Trade Republic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23444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DeepL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234440" y="4343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Rheinmetall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23444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8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📂 …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960120" y="5212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E9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Firma ein fertiger Ordner – ready zum Absenden.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532120" y="192024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32120" y="1920240"/>
            <a:ext cx="118872" cy="1783080"/>
          </a:xfrm>
          <a:prstGeom prst="rect">
            <a:avLst/>
          </a:prstGeom>
          <a:solidFill>
            <a:srgbClr val="5B5FE0"/>
          </a:solidFill>
          <a:ln/>
        </p:spPr>
      </p:sp>
      <p:sp>
        <p:nvSpPr>
          <p:cNvPr id="17" name="Shape 14"/>
          <p:cNvSpPr/>
          <p:nvPr/>
        </p:nvSpPr>
        <p:spPr>
          <a:xfrm>
            <a:off x="5806440" y="2176272"/>
            <a:ext cx="566928" cy="566928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8" name="Text 15"/>
          <p:cNvSpPr/>
          <p:nvPr/>
        </p:nvSpPr>
        <p:spPr>
          <a:xfrm>
            <a:off x="5806440" y="21762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492240" y="21762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Anschreiben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5824728" y="288036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Individuell auf die Firma getextet – als sauberes PDF.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32120" y="3931920"/>
            <a:ext cx="26974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32120" y="3931920"/>
            <a:ext cx="118872" cy="178308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3" name="Shape 20"/>
          <p:cNvSpPr/>
          <p:nvPr/>
        </p:nvSpPr>
        <p:spPr>
          <a:xfrm>
            <a:off x="5806440" y="4187952"/>
            <a:ext cx="566928" cy="56692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4" name="Text 21"/>
          <p:cNvSpPr/>
          <p:nvPr/>
        </p:nvSpPr>
        <p:spPr>
          <a:xfrm>
            <a:off x="5806440" y="4187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6492240" y="418795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Lebenslauf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824728" y="48920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 die Stelle zugeschnitten – ebenfalls als PDF.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8" name="Shape 25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9" name="Shape 26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30" name="Text 27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618488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618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 AHA-MOMENT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Vorher / Nachher – die Magie der Recherche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502920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65960"/>
            <a:ext cx="5029200" cy="640080"/>
          </a:xfrm>
          <a:prstGeom prst="roundRect">
            <a:avLst>
              <a:gd name="adj" fmla="val 17143"/>
            </a:avLst>
          </a:prstGeom>
          <a:solidFill>
            <a:srgbClr val="6B6E99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86000"/>
            <a:ext cx="5029200" cy="320040"/>
          </a:xfrm>
          <a:prstGeom prst="rect">
            <a:avLst/>
          </a:prstGeom>
          <a:solidFill>
            <a:srgbClr val="6B6E99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😐  VORHER – Standardtext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4526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„Sehr geehrte Damen und Herren,</a:t>
            </a: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endParaRPr lang="en-US" sz="15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hiermit bewerbe ich mich auf eine Stelle in Ihrem Unternehmen. Ich bin motiviert und teamfähig …“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12064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55080" y="1965960"/>
            <a:ext cx="5120640" cy="640080"/>
          </a:xfrm>
          <a:prstGeom prst="roundRect">
            <a:avLst>
              <a:gd name="adj" fmla="val 17143"/>
            </a:avLst>
          </a:prstGeom>
          <a:solidFill>
            <a:srgbClr val="00B3A8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2286000"/>
            <a:ext cx="5120640" cy="320040"/>
          </a:xfrm>
          <a:prstGeom prst="rect">
            <a:avLst/>
          </a:prstGeom>
          <a:solidFill>
            <a:srgbClr val="00B3A8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1965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NACHHER – mit Live-Recherche (Siemens)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4617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„Mit dem Launch des </a:t>
            </a:r>
            <a:r>
              <a:rPr lang="en-US" sz="1450" b="1" dirty="0">
                <a:solidFill>
                  <a:srgbClr val="5B5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Center X</a:t>
            </a:r>
            <a:r>
              <a:rPr lang="en-US" sz="1450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katapultiert Siemens die Automatisierung ins nächste Zeitalter. Mein Profil aus 25 Jahren ausfallsicherer Security ist </a:t>
            </a:r>
            <a:r>
              <a:rPr lang="en-US" sz="1450" b="1" dirty="0">
                <a:solidFill>
                  <a:srgbClr val="FF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exakt auf diese Schnittstelle zugeschnitten.“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6" name="Shape 14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5">
    <p:bg>
      <p:bgPr>
        <a:solidFill>
          <a:srgbClr val="F4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49424" cy="384048"/>
          </a:xfrm>
          <a:prstGeom prst="roundRect">
            <a:avLst>
              <a:gd name="adj" fmla="val 50000"/>
            </a:avLst>
          </a:prstGeom>
          <a:solidFill>
            <a:srgbClr val="5B5FE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TEIL 4 · DIE SKRIPTE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21792" y="960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Die Skripte – der Werkzeugkasten</a:t>
            </a:r>
            <a:endParaRPr lang="en-US" sz="3300" dirty="0"/>
          </a:p>
        </p:txBody>
      </p:sp>
      <p:pic>
        <p:nvPicPr>
          <p:cNvPr id="5" name="Image 0" descr="D:\AntiGravitySoftware\GitWorkspace\VortragAntigravity\vortrag\build\images\tool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03120"/>
            <a:ext cx="3520440" cy="299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828800"/>
            <a:ext cx="7040880" cy="868680"/>
          </a:xfrm>
          <a:prstGeom prst="roundRect">
            <a:avLst>
              <a:gd name="adj" fmla="val 16842"/>
            </a:avLst>
          </a:prstGeom>
          <a:solidFill>
            <a:srgbClr val="5B5FE0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9202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Skripte sind kleine Werkzeuge. Antigravity baut sie sich selbst und benutzt sie wie ein Handwerker.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616952" y="2286000"/>
            <a:ext cx="274320" cy="274320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9" name="Shape 6"/>
          <p:cNvSpPr/>
          <p:nvPr/>
        </p:nvSpPr>
        <p:spPr>
          <a:xfrm>
            <a:off x="685800" y="2971800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96112" y="3154680"/>
            <a:ext cx="475488" cy="475488"/>
          </a:xfrm>
          <a:prstGeom prst="ellipse">
            <a:avLst/>
          </a:prstGeom>
          <a:solidFill>
            <a:srgbClr val="5B5FE0"/>
          </a:solidFill>
          <a:ln/>
        </p:spPr>
      </p:sp>
      <p:sp>
        <p:nvSpPr>
          <p:cNvPr id="11" name="Text 8"/>
          <p:cNvSpPr/>
          <p:nvPr/>
        </p:nvSpPr>
        <p:spPr>
          <a:xfrm>
            <a:off x="896112" y="3154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54480" y="297180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Kleine Helfer für Routinearbeit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z. B. Texte automatisch in schöne PDFs verwandeln.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85800" y="3941064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96112" y="4123944"/>
            <a:ext cx="475488" cy="47548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5" name="Text 12"/>
          <p:cNvSpPr/>
          <p:nvPr/>
        </p:nvSpPr>
        <p:spPr>
          <a:xfrm>
            <a:off x="896112" y="41239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54480" y="394106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KI bedient sie selbst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musst sie nie öffnen oder verstehen – das macht Antigravity.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" y="4910328"/>
            <a:ext cx="704088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1E2152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96112" y="5093208"/>
            <a:ext cx="475488" cy="475488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96112" y="5093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♻️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54480" y="491032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1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gebaut, immer nutzbar
</a:t>
            </a:r>
            <a:r>
              <a:rPr lang="en-US" sz="125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nächsten Mal geht alles noch schneller.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411480" y="6419088"/>
            <a:ext cx="146304" cy="14630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22" name="Shape 19"/>
          <p:cNvSpPr/>
          <p:nvPr/>
        </p:nvSpPr>
        <p:spPr>
          <a:xfrm>
            <a:off x="603504" y="6419088"/>
            <a:ext cx="146304" cy="146304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" y="6419088"/>
            <a:ext cx="146304" cy="146304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24" name="Text 21"/>
          <p:cNvSpPr/>
          <p:nvPr/>
        </p:nvSpPr>
        <p:spPr>
          <a:xfrm>
            <a:off x="105156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Antigravity – einfach erklärt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28655" y="63550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E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1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200400"/>
            <a:ext cx="6400800" cy="6400800"/>
          </a:xfrm>
          <a:prstGeom prst="ellipse">
            <a:avLst/>
          </a:prstGeom>
          <a:solidFill>
            <a:srgbClr val="5B5FE0">
              <a:alpha val="16000"/>
            </a:srgbClr>
          </a:solidFill>
          <a:ln/>
        </p:spPr>
      </p:sp>
      <p:pic>
        <p:nvPicPr>
          <p:cNvPr id="3" name="Image 0" descr="D:\AntiGravitySoftware\GitWorkspace\VortragAntigravity\vortrag\build\images\speed_boo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657600"/>
            <a:ext cx="4114800" cy="323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777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Was du mitnehmen kannst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822960" y="1920240"/>
            <a:ext cx="777240" cy="777240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920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1783080" y="1874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sprichst – er macht
</a:t>
            </a:r>
            <a:r>
              <a:rPr lang="en-US" sz="14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Ganz normale Sprache statt Programmieren oder Menüs.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063240"/>
            <a:ext cx="777240" cy="777240"/>
          </a:xfrm>
          <a:prstGeom prst="ellipse">
            <a:avLst/>
          </a:prstGeom>
          <a:solidFill>
            <a:srgbClr val="FF7A6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063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🩺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1783080" y="3017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als Dokumente
</a:t>
            </a:r>
            <a:r>
              <a:rPr lang="en-US" sz="14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Auch PC-Probleme, Aufräumen, Tempo – einfach fragen.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" y="4206240"/>
            <a:ext cx="777240" cy="777240"/>
          </a:xfrm>
          <a:prstGeom prst="ellipse">
            <a:avLst/>
          </a:prstGeom>
          <a:solidFill>
            <a:srgbClr val="FFCB47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4206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🏭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1783080" y="41605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 Aufgaben, fertig erledigt
</a:t>
            </a:r>
            <a:r>
              <a:rPr lang="en-US" sz="1450" dirty="0">
                <a:solidFill>
                  <a:srgbClr val="FFF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Bewerbungs-Fabrik recherchiert, schreibt &amp; liefert PDFs.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" y="5486400"/>
            <a:ext cx="6400800" cy="777240"/>
          </a:xfrm>
          <a:prstGeom prst="roundRect">
            <a:avLst>
              <a:gd name="adj" fmla="val 49412"/>
            </a:avLst>
          </a:prstGeom>
          <a:solidFill>
            <a:srgbClr val="00D4C8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54864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1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Danke! Fragen?  ·  www.tnickel-ki.de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1152</Words>
  <Application>Microsoft Office PowerPoint</Application>
  <PresentationFormat>Breitbild</PresentationFormat>
  <Paragraphs>222</Paragraphs>
  <Slides>16</Slides>
  <Notes>16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Trebuchet MS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für Designer</dc:title>
  <dc:subject>PptxGenJS Presentation</dc:subject>
  <dc:creator>Thomas Nickel</dc:creator>
  <cp:lastModifiedBy>Thomas Nickel</cp:lastModifiedBy>
  <cp:revision>2</cp:revision>
  <dcterms:created xsi:type="dcterms:W3CDTF">2026-06-13T08:49:06Z</dcterms:created>
  <dcterms:modified xsi:type="dcterms:W3CDTF">2026-06-13T09:45:20Z</dcterms:modified>
</cp:coreProperties>
</file>